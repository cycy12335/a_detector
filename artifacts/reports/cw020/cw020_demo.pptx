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0ebc8a98214d5e" /><Relationship Type="http://schemas.openxmlformats.org/officeDocument/2006/relationships/extended-properties" Target="/docProps/app.xml" Id="Rc8954c4ec34144e9" /><Relationship Type="http://schemas.openxmlformats.org/officeDocument/2006/relationships/officeDocument" Target="/ppt/presentation.xml" Id="R96384422407f43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e58063363c4a54"/>
  </p:sldMasterIdLst>
  <p:notesMasterIdLst>
    <p:notesMasterId xmlns:r="http://schemas.openxmlformats.org/officeDocument/2006/relationships" r:id="Rabb4ba7a170d4fec"/>
  </p:notesMasterIdLst>
  <p:sldIdLst>
    <p:sldId xmlns:r="http://schemas.openxmlformats.org/officeDocument/2006/relationships" id="256" r:id="R0539b6f716094388"/>
    <p:sldId xmlns:r="http://schemas.openxmlformats.org/officeDocument/2006/relationships" id="257" r:id="Rafd006c28891495a"/>
    <p:sldId xmlns:r="http://schemas.openxmlformats.org/officeDocument/2006/relationships" id="258" r:id="Rec4da6a63b17484e"/>
    <p:sldId xmlns:r="http://schemas.openxmlformats.org/officeDocument/2006/relationships" id="259" r:id="R956dd60845774159"/>
    <p:sldId xmlns:r="http://schemas.openxmlformats.org/officeDocument/2006/relationships" id="260" r:id="Rc378330a05db4cd3"/>
    <p:sldId xmlns:r="http://schemas.openxmlformats.org/officeDocument/2006/relationships" id="261" r:id="R79420934e8e243fb"/>
    <p:sldId xmlns:r="http://schemas.openxmlformats.org/officeDocument/2006/relationships" id="262" r:id="R44b07d83c9a44f8e"/>
    <p:sldId xmlns:r="http://schemas.openxmlformats.org/officeDocument/2006/relationships" id="263" r:id="R2c420d19439046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4f3ccbd6bf495d" /><Relationship Type="http://schemas.openxmlformats.org/officeDocument/2006/relationships/slideMaster" Target="/ppt/slideMasters/slideMaster1.xml" Id="R92e58063363c4a54" /><Relationship Type="http://schemas.openxmlformats.org/officeDocument/2006/relationships/notesMaster" Target="/ppt/notesMasters/notesMaster1.xml" Id="Rabb4ba7a170d4fec" /><Relationship Type="http://schemas.openxmlformats.org/officeDocument/2006/relationships/presProps" Target="/ppt/presProps.xml" Id="Rf92539619b824359" /><Relationship Type="http://schemas.openxmlformats.org/officeDocument/2006/relationships/tableStyles" Target="/ppt/tableStyles.xml" Id="R6c34c058656b468a" /><Relationship Type="http://schemas.openxmlformats.org/officeDocument/2006/relationships/slide" Target="/ppt/slides/slide1.xml" Id="R0539b6f716094388" /><Relationship Type="http://schemas.openxmlformats.org/officeDocument/2006/relationships/slide" Target="/ppt/slides/slide2.xml" Id="Rafd006c28891495a" /><Relationship Type="http://schemas.openxmlformats.org/officeDocument/2006/relationships/slide" Target="/ppt/slides/slide3.xml" Id="Rec4da6a63b17484e" /><Relationship Type="http://schemas.openxmlformats.org/officeDocument/2006/relationships/slide" Target="/ppt/slides/slide4.xml" Id="R956dd60845774159" /><Relationship Type="http://schemas.openxmlformats.org/officeDocument/2006/relationships/slide" Target="/ppt/slides/slide5.xml" Id="Rc378330a05db4cd3" /><Relationship Type="http://schemas.openxmlformats.org/officeDocument/2006/relationships/slide" Target="/ppt/slides/slide6.xml" Id="R79420934e8e243fb" /><Relationship Type="http://schemas.openxmlformats.org/officeDocument/2006/relationships/slide" Target="/ppt/slides/slide7.xml" Id="R44b07d83c9a44f8e" /><Relationship Type="http://schemas.openxmlformats.org/officeDocument/2006/relationships/slide" Target="/ppt/slides/slide8.xml" Id="R2c420d19439046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05aca76a1b4e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5d4c5a866e4acd" /><Relationship Type="http://schemas.openxmlformats.org/officeDocument/2006/relationships/notesMaster" Target="/ppt/notesMasters/notesMaster1.xml" Id="R1da6e798b0a84f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482482a6ea464c" /><Relationship Type="http://schemas.openxmlformats.org/officeDocument/2006/relationships/notesMaster" Target="/ppt/notesMasters/notesMaster1.xml" Id="R8b0042695f264d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679fc2a03e4559" /><Relationship Type="http://schemas.openxmlformats.org/officeDocument/2006/relationships/notesMaster" Target="/ppt/notesMasters/notesMaster1.xml" Id="R8fdc2bd49c3c43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102098b2d94cb6" /><Relationship Type="http://schemas.openxmlformats.org/officeDocument/2006/relationships/notesMaster" Target="/ppt/notesMasters/notesMaster1.xml" Id="Rf64ed48e34e349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c49cc6b0c34178" /><Relationship Type="http://schemas.openxmlformats.org/officeDocument/2006/relationships/notesMaster" Target="/ppt/notesMasters/notesMaster1.xml" Id="R26c310cfac7546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84675beb9c4a97" /><Relationship Type="http://schemas.openxmlformats.org/officeDocument/2006/relationships/notesMaster" Target="/ppt/notesMasters/notesMaster1.xml" Id="Rbc1f44575c9c47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5ba5f306e6476e" /><Relationship Type="http://schemas.openxmlformats.org/officeDocument/2006/relationships/notesMaster" Target="/ppt/notesMasters/notesMaster1.xml" Id="R9dce5fdaf2af44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195a8d2df3484c" /><Relationship Type="http://schemas.openxmlformats.org/officeDocument/2006/relationships/notesMaster" Target="/ppt/notesMasters/notesMaster1.xml" Id="R29af6f155efc48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0:00–0:25｜开场。说明这是一个面向作品集的研究原型：演示默认使用合成输入，重点是数据边界、冻结资产和失败关闭，而不是宣称生产风控效果。来源：docs/architecture.md 交付边界；历史验收：CW-018/CW-019。现场操作：无。安全摘要：不展示真实交易、原始特征或凭据。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0:25–0:55｜用三句话建立边界。服务加载冻结 bundle 与政策；默认评分不调用 DeepSeek；调查候选由独立校验收口。来源：docs/architecture.md 第 1、2、4、6 节；历史验收：CW-019。现场操作：无。安全摘要：只展示边界，不展示真实输入。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0:55–1:30｜说明模型产物如何产生。validation 同时承担早停和 F1 阈值冻结；test 只做一次评估。服务端只读加载 bundle。来源：docs/architecture.md 第 3 节、src/ai_detector/lightgbm_training.py；历史验收：CW-019。图示口径：CW-019 架构 PNG 已验收，本页改用大字号文字流程，避免缩小图中文字。现场操作：无。安全摘要：不展示原始特征或训练数据。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1:30–2:05｜强调信任边界。评分服务不把 LLM 结果写回决策；显式生成直接从 DecisionSnapshot 和已审查上下文构造请求，外部候选返回后再由 CW-016 校验。来源：docs/architecture.md 第 4、8.6 节，src/ai_detector/investigation/generation.py；历史验收：CW-019。图示口径：CW-019 架构 PNG 已验收，本页改用大字号文字流程，避免缩小图中文字。现场操作：无。安全摘要：不展示 API key，不重放付费调用。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2:05–2:45｜现场操作页。前提是 Docker Desktop、Compose v2、引擎可用和已授权 bundle；若缺 bundle，先按 docs/docker_demo.md 运行 import_bundle.py，不能把 bundle 放进镜像。按 docs/docker_demo.md 从项目根目录执行三条命令：up --build -d、verify_demo.py、down --remove-orphans。历史结果来自 CW-018 artifacts/reports/cw018_docker_acceptance/report.json，本包不重新调用 Docker，也不把托管 CI 当作 Docker job。安全摘要：仅合成输入。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2:45–3:15｜把失败关闭说清楚。422 说明请求契约错误；资产摘要不匹配则不继续启动或评分；候选证据不足则降级或拒绝。来源：docs/architecture.md 第 5、7 节、CW-018 验收报告。历史验收：CW-018/CW-019。现场操作：可用错误 JSON 复现 422，但本包不要求新增实测。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3:15–3:45｜把历史验收和研究限制放在同一页。不要把 1954 passed、健康检查或模型分数包装成生产效果。CW-017 只按既有一次合成验证描述，不在现场发起真实调用。来源：CW-018/019 acceptance.md、docs/generation_adapter.md。安全摘要：本页不含凭据、个人信息、原始特征或私人路径。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3:45–4:10｜收束。指向 README、Docker 复现文档、架构文档和本包材料。回答面试官最可能的追问：这不是生产风控声明，但每个关键边界都有源码、配置或历史验收证据。来源：README.md、docs/docker_demo.md、docs/architecture.md。现场操作：结束。安全摘要：不公开私有 Release 地址或任何凭据。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a81afb5d448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7a2c8031624ba4" /><Relationship Type="http://schemas.openxmlformats.org/officeDocument/2006/relationships/slideLayout" Target="/ppt/slideLayouts/slideLayout1.xml" Id="R7bc4f99db0f241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c4f99db0f241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3f16c5b4e4e88" /><Relationship Type="http://schemas.openxmlformats.org/officeDocument/2006/relationships/notesSlide" Target="/ppt/notesSlides/notesSlide1.xml" Id="R9dd06537ad9348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7429d636947f6" /><Relationship Type="http://schemas.openxmlformats.org/officeDocument/2006/relationships/notesSlide" Target="/ppt/notesSlides/notesSlide2.xml" Id="R6379547617ef47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96ba886df4449" /><Relationship Type="http://schemas.openxmlformats.org/officeDocument/2006/relationships/notesSlide" Target="/ppt/notesSlides/notesSlide3.xml" Id="Rc649bb0c2ad844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b5fbfdc174fd4" /><Relationship Type="http://schemas.openxmlformats.org/officeDocument/2006/relationships/notesSlide" Target="/ppt/notesSlides/notesSlide4.xml" Id="Rb0d13bbbcbc546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ce783d46e448f" /><Relationship Type="http://schemas.openxmlformats.org/officeDocument/2006/relationships/notesSlide" Target="/ppt/notesSlides/notesSlide5.xml" Id="R8848b49e96a140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8a02cd32d4e77" /><Relationship Type="http://schemas.openxmlformats.org/officeDocument/2006/relationships/notesSlide" Target="/ppt/notesSlides/notesSlide6.xml" Id="Rf05fb7a45e3642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8c32482924e7b" /><Relationship Type="http://schemas.openxmlformats.org/officeDocument/2006/relationships/notesSlide" Target="/ppt/notesSlides/notesSlide7.xml" Id="R65a4af352c8447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81679cd944420" /><Relationship Type="http://schemas.openxmlformats.org/officeDocument/2006/relationships/notesSlide" Target="/ppt/notesSlides/notesSlide8.xml" Id="R54ea875179554c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CCFFA-9B76-4216-B3ED-CECE38FF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84BC6-CB34-4147-A868-EC7D30C7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904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94533-2A1A-4194-90C8-A36859EE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9E6F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E6F3"/>
                </a:solidFill>
                <a:latin typeface="Arial"/>
                <a:ea typeface="Arial"/>
                <a:cs typeface="Arial"/>
              </a:rPr>
              <a:t>从合成输入到可审查的评分与调查边界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75746-E1FD-4CC0-B944-0181BD49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7B7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7B7FF"/>
                </a:solidFill>
                <a:latin typeface="Arial"/>
                <a:ea typeface="Arial"/>
                <a:cs typeface="Arial"/>
              </a:rPr>
              <a:t>3–5 分钟技术演示 · CW-020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3A1B8-89A6-4137-B8F9-E4A91DC7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292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8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8D6"/>
                </a:solidFill>
                <a:latin typeface="Arial"/>
                <a:ea typeface="Arial"/>
                <a:cs typeface="Arial"/>
              </a:rPr>
              <a:t>研究原型，不是生产交易风控系统</a:t>
            </a:r>
          </a:p>
        </p:txBody>
      </p:sp>
    </p:spTree>
    <p:extLst>
      <p:ext uri="{BB962C8B-B14F-4D97-AF65-F5344CB8AC3E}">
        <p14:creationId xmlns:p14="http://schemas.microsoft.com/office/powerpoint/2010/main" val="610628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B962E-22BF-46A2-B3F5-37E7AEB6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AI Detector · 研究原型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FF6D6-3B35-4E44-9981-9187884B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系统先回答三个问题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4C09F-4022-4B85-BE1F-736F7B22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3491C-E839-44E9-AF68-140ED9B8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CW-020  |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CF737-A35C-48A9-9F53-BA1BCA88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评分服务读什么？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69DC8-4D3D-4C83-9182-7C81335A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7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冻结的 LightGBM bundle</a:t>
            </a:r>
          </a:p>
          <a:p xmlns:a="http://schemas.openxmlformats.org/drawingml/2006/main">
            <a:pPr>
              <a:defRPr sz="187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和版本化政策。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2B7C0-8509-4544-B02D-EC03AA16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C9C10-A874-49B9-A74D-6BCA4A0B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什么可以外发？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3F015-1923-4BD5-8F63-F46B513D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只有决策快照与</a:t>
            </a:r>
          </a:p>
          <a:p xmlns:a="http://schemas.openxmlformats.org/drawingml/2006/main">
            <a:pPr>
              <a:defRPr sz="187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已审查上下文。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60FF9-5F38-4AB9-844F-F61B90D2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F4144-6603-41DF-8B2E-8E869F81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失败时发生什么？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48069-C3D3-47BC-9907-48085840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输入拒绝</a:t>
            </a:r>
          </a:p>
          <a:p xmlns:a="http://schemas.openxmlformats.org/drawingml/2006/main">
            <a:pPr>
              <a:defRPr sz="172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服务不就绪</a:t>
            </a:r>
          </a:p>
          <a:p xmlns:a="http://schemas.openxmlformats.org/drawingml/2006/main">
            <a:pPr>
              <a:defRPr sz="172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候选降级或拒绝。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67C2B-EC04-4FF8-BF08-9345D9C6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231"/>
                </a:solidFill>
                <a:latin typeface="Arial"/>
                <a:ea typeface="Arial"/>
                <a:cs typeface="Arial"/>
              </a:rPr>
              <a:t>核心取舍：让“可复现的评分”与“可选的调查生成”分开。</a:t>
            </a:r>
          </a:p>
        </p:txBody>
      </p:sp>
    </p:spTree>
    <p:extLst>
      <p:ext uri="{BB962C8B-B14F-4D97-AF65-F5344CB8AC3E}">
        <p14:creationId xmlns:p14="http://schemas.microsoft.com/office/powerpoint/2010/main" val="1578843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6CB88-FFFD-47E3-B1A2-5D0C0187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AI Detector · 研究原型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0C9FF-3172-47FE-A0C3-FB591FAD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离线训练：先冻结证据，再交付模型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E11FF-E0C1-4DC7-8B19-2125236A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FC281-8EC7-4704-8482-7EB3247E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CW-020  |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50A10-2546-494C-B20C-44D170A0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关键顺序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0C14B-896E-483E-9D35-7F74417F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28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匿名 CSV</a:t>
            </a:r>
          </a:p>
          <a:p xmlns:a="http://schemas.openxmlformats.org/drawingml/2006/main">
            <a:pPr>
              <a:defRPr sz="180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时间切分</a:t>
            </a:r>
          </a:p>
          <a:p xmlns:a="http://schemas.openxmlformats.org/drawingml/2006/main">
            <a:pPr>
              <a:defRPr sz="180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train-only 预处理</a:t>
            </a:r>
          </a:p>
          <a:p xmlns:a="http://schemas.openxmlformats.org/drawingml/2006/main">
            <a:pPr>
              <a:defRPr sz="180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LightGBM + validation 早停</a:t>
            </a:r>
          </a:p>
          <a:p xmlns:a="http://schemas.openxmlformats.org/drawingml/2006/main">
            <a:pPr>
              <a:defRPr sz="180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validation 分数与 F1 阈值</a:t>
            </a:r>
          </a:p>
          <a:p xmlns:a="http://schemas.openxmlformats.org/drawingml/2006/main">
            <a:pPr>
              <a:defRPr sz="180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test 一次评估</a:t>
            </a:r>
          </a:p>
          <a:p xmlns:a="http://schemas.openxmlformats.org/drawingml/2006/main">
            <a:pPr>
              <a:defRPr sz="180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bundle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78231-BFF8-44AC-A3AB-40EEEE6F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服务只读加载 bundle，不读取原始 CSV。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02744-31A0-4B9B-9EF0-DD8F6EB7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图示口径：CW-019 已验收架构图</a:t>
            </a:r>
          </a:p>
          <a:p xmlns:a="http://schemas.openxmlformats.org/drawingml/2006/main">
            <a:pPr>
              <a:defRPr sz="1575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本页用大字号流程保留同一事实链，避免缩小图中文字。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08DE9-DDBE-41A6-94EF-10E66E81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训练规则</a:t>
            </a:r>
          </a:p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validation 用于早停和阈值冻结</a:t>
            </a:r>
          </a:p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test 只做一次评估</a:t>
            </a:r>
          </a:p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服务端不读取原始 CSV</a:t>
            </a:r>
          </a:p>
        </p:txBody>
      </p:sp>
    </p:spTree>
    <p:extLst>
      <p:ext uri="{BB962C8B-B14F-4D97-AF65-F5344CB8AC3E}">
        <p14:creationId xmlns:p14="http://schemas.microsoft.com/office/powerpoint/2010/main" val="917126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C685A-D9B2-4750-9B39-FFABADB6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AI Detector · 研究原型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B9B6E-C7DD-4B12-BB3F-6DC2D4F5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请求时评分：调查生成是可选路径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FFDD7-551C-4D3D-9359-F7A8EBD7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CF81A-2F5C-4801-83FD-C864403E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CW-020  |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1352B-3A38-4A2A-A3E4-4D3D1A10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评分主路径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AD52D-C68A-4422-A64C-BF31A84C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199 列契约</a:t>
            </a:r>
          </a:p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bundle SHA-256 校验</a:t>
            </a:r>
          </a:p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LightGBM 分数</a:t>
            </a:r>
          </a:p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政策与风险响应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C4564-1064-4EE9-954C-CF643411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显式调查路径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95FE0-0668-4DBB-9432-9597072A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DecisionSnapshot + 审查上下文</a:t>
            </a:r>
          </a:p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DeepSeek（可选）</a:t>
            </a:r>
          </a:p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不可信候选</a:t>
            </a:r>
          </a:p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CW-016 独立校验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F53C1-C716-4FFF-BF65-F9B53616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默认服务、默认测试和 CI 不调用外部模型。</a:t>
            </a:r>
          </a:p>
          <a:p xmlns:a="http://schemas.openxmlformats.org/drawingml/2006/main">
            <a:pPr>
              <a:defRPr sz="1500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图示口径：CW-019 已验收架构图；本页用大字号边界说明。</a:t>
            </a:r>
          </a:p>
        </p:txBody>
      </p:sp>
    </p:spTree>
    <p:extLst>
      <p:ext uri="{BB962C8B-B14F-4D97-AF65-F5344CB8AC3E}">
        <p14:creationId xmlns:p14="http://schemas.microsoft.com/office/powerpoint/2010/main" val="61086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BC24C-F9BE-4F56-BA83-67905B4C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AI Detector · 研究原型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4274C-2D79-4073-AC2B-AAD4FD65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现场演示：Docker 只读合成链路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F7CD3-DED6-479A-82AD-A0BC802D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47E9D-212B-495F-A861-5663DDFC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CW-020  |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21AF6-4A3A-47C6-8444-F4A08DE8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前提：Docker Desktop + Compose v2 + 已授权 bundle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C9F47-CDE2-4FB1-9346-96C2B21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D0449-E5E6-41D8-A790-B97F25D0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 compose -f compose.demo.yaml up --build -d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62D81-CF5F-4AB5-A9A3-DBF3D4D6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3E522-9ABE-44B9-AB8C-084FF77C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scripts/verify_demo.py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26502-E3E2-4962-9479-8B54E29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C431E-D771-47CD-80A3-19B66E0C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 compose -f compose.demo.yaml down --remove-orphans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136D1-7B3F-42BF-A47A-7032F745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历史预期：live / ready / model / policy / score 通过，错误输入返回 422。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FED0A-C86E-4A7D-A7CE-D53679C4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CW-018 report.json：六项检查通过、合成常量特征、无持久化、未调用 LLM。</a:t>
            </a:r>
          </a:p>
          <a:p xmlns:a="http://schemas.openxmlformats.org/drawingml/2006/main">
            <a:pPr>
              <a:defRPr sz="1275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本包不新增容器实测。</a:t>
            </a:r>
          </a:p>
        </p:txBody>
      </p:sp>
    </p:spTree>
    <p:extLst>
      <p:ext uri="{BB962C8B-B14F-4D97-AF65-F5344CB8AC3E}">
        <p14:creationId xmlns:p14="http://schemas.microsoft.com/office/powerpoint/2010/main" val="7757036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D7A7C-C109-462D-A68E-6D8FEBFE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AI Detector · 研究原型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4585D-A5D4-434C-B9B7-B1D55F8F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两种失败都要可解释地关闭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E320D-EF94-4280-9E86-86D5B753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BAD01-E2F4-46DE-A907-E92D162E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CW-020  |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98D63-1C1A-48C4-B448-5D117EE0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039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0392B"/>
                </a:solidFill>
                <a:latin typeface="Arial"/>
                <a:ea typeface="Arial"/>
                <a:cs typeface="Arial"/>
              </a:rPr>
              <a:t>输入边界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5D48D-089D-474F-8F42-E938673B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缺列、类型或批量不合法</a:t>
            </a:r>
          </a:p>
          <a:p xmlns:a="http://schemas.openxmlformats.org/drawingml/2006/main">
            <a:pPr>
              <a:defRPr sz="187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→ 422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不执行部分评分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2486A-AE54-4D37-B2DF-E5E8504A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62150"/>
            <a:ext cx="38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1AE75-C737-4C35-86A3-19B523D6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资产边界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243F9-30C4-42AB-8D39-C19A69DA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bundle / policy 摘要不匹配</a:t>
            </a:r>
          </a:p>
          <a:p xmlns:a="http://schemas.openxmlformats.org/drawingml/2006/main">
            <a:pPr>
              <a:defRPr sz="187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→ 服务不就绪或 preflight 失败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不静默替换模型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FF309-3E07-449C-B562-70EA9B89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231"/>
                </a:solidFill>
                <a:latin typeface="Arial"/>
                <a:ea typeface="Arial"/>
                <a:cs typeface="Arial"/>
              </a:rPr>
              <a:t>调查候选的校验失败 → rejected / insufficient_evidence</a:t>
            </a:r>
          </a:p>
        </p:txBody>
      </p:sp>
    </p:spTree>
    <p:extLst>
      <p:ext uri="{BB962C8B-B14F-4D97-AF65-F5344CB8AC3E}">
        <p14:creationId xmlns:p14="http://schemas.microsoft.com/office/powerpoint/2010/main" val="1075034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30058-DBCC-4E14-BF15-0FAF6BD0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AI Detector · 研究原型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9070F-36A7-4F5B-ABE2-67FCBB90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证据边界：哪些是事实，哪些是限制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2B7C6-82E7-408D-B854-B993CA00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DDC2A-696C-4E37-AD2F-839F496E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CW-020  |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1935D-EC70-4D84-8F94-D1857241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已验收证据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7DAA2-B22F-4CAF-93CD-331F9F4F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CW-018：本机 Docker 合成演示</a:t>
            </a:r>
          </a:p>
          <a:p xmlns:a="http://schemas.openxmlformats.org/drawingml/2006/main">
            <a:pPr>
              <a:defRPr sz="172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CW-019：架构、数据流、取舍和 PNG 图源</a:t>
            </a:r>
          </a:p>
          <a:p xmlns:a="http://schemas.openxmlformats.org/drawingml/2006/main">
            <a:pPr>
              <a:defRPr sz="172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Actions：冻结门禁与安全报告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7E1E0-95AC-44DD-8178-60883C07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研究限制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78CE5-62C8-4495-824C-7EA68BBD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输入是匿名/合成研究数据</a:t>
            </a:r>
          </a:p>
          <a:p xmlns:a="http://schemas.openxmlformats.org/drawingml/2006/main">
            <a:pPr>
              <a:defRPr sz="172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模型分数未校准，不是欺诈概率</a:t>
            </a:r>
          </a:p>
          <a:p xmlns:a="http://schemas.openxmlformats.org/drawingml/2006/main">
            <a:pPr>
              <a:defRPr sz="172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研究型等级不是生产处置</a:t>
            </a:r>
          </a:p>
          <a:p xmlns:a="http://schemas.openxmlformats.org/drawingml/2006/main">
            <a:pPr>
              <a:defRPr sz="1725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默认不调用 DeepSeek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A5F79-50AB-48EE-ABEB-3ADE9AC3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231"/>
                </a:solidFill>
                <a:latin typeface="Arial"/>
                <a:ea typeface="Arial"/>
                <a:cs typeface="Arial"/>
              </a:rPr>
              <a:t>演示材料保留限制，是为了让结果可审查。</a:t>
            </a:r>
          </a:p>
        </p:txBody>
      </p:sp>
    </p:spTree>
    <p:extLst>
      <p:ext uri="{BB962C8B-B14F-4D97-AF65-F5344CB8AC3E}">
        <p14:creationId xmlns:p14="http://schemas.microsoft.com/office/powerpoint/2010/main" val="11643963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8A2D6-C2BE-44A4-AF17-8CB42060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AI Detector · 研究原型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70250-ED2C-4F04-A0F8-14FD13C1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复现入口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9EE1E-34EA-4434-9900-F1547343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EEA80-1034-484C-8A9D-AC78C5E5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C6B7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C6B76"/>
                </a:solidFill>
                <a:latin typeface="Arial"/>
                <a:ea typeface="Arial"/>
                <a:cs typeface="Arial"/>
              </a:rPr>
              <a:t>CW-020  |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3E9D8-F1ED-49C3-B7A7-74CD7013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5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5DFF"/>
                </a:solidFill>
                <a:latin typeface="Arial"/>
                <a:ea typeface="Arial"/>
                <a:cs typeface="Arial"/>
              </a:rPr>
              <a:t>代码与文档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E6BF4-3B54-4AFE-BEBC-E1E67E81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README.md</a:t>
            </a:r>
          </a:p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docs/docker_demo.md</a:t>
            </a:r>
          </a:p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docs/architecture.md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88B43-8DBF-4C62-A81C-0E62B5B2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验收材料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2736F-57E1-45FF-A8A3-9B658E59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CW-018 acceptance.md</a:t>
            </a:r>
          </a:p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CW-019 acceptance.md</a:t>
            </a:r>
          </a:p>
          <a:p xmlns:a="http://schemas.openxmlformats.org/drawingml/2006/main">
            <a:pPr>
              <a:defRPr sz="1950" b="1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231"/>
                </a:solidFill>
                <a:latin typeface="Arial"/>
                <a:ea typeface="Arial"/>
                <a:cs typeface="Arial"/>
              </a:rPr>
              <a:t>本包脚本与 PPT/PDF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613EA-FED9-4FB0-BBF7-61A1254E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23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231"/>
                </a:solidFill>
                <a:latin typeface="Arial"/>
                <a:ea typeface="Arial"/>
                <a:cs typeface="Arial"/>
              </a:rPr>
              <a:t>一句话收束：评分链路可复现，调查链路可审查，失败边界可解释。</a:t>
            </a:r>
          </a:p>
        </p:txBody>
      </p:sp>
    </p:spTree>
    <p:extLst>
      <p:ext uri="{BB962C8B-B14F-4D97-AF65-F5344CB8AC3E}">
        <p14:creationId xmlns:p14="http://schemas.microsoft.com/office/powerpoint/2010/main" val="386057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2026-10-02T05:43:16.9830000Z</dcterms:created>
  <dcterms:modified xsi:type="dcterms:W3CDTF">2026-10-02T05:43:16.9830000Z</dcterms:modified>
</coreProperties>
</file>